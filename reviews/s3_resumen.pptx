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>
      <p:cViewPr varScale="1">
        <p:scale>
          <a:sx n="148" d="100"/>
          <a:sy n="148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0ABB-DD6B-DA45-D963-22C43495C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A03BF-337E-FE1D-48FC-7FC4C0170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9B09-8A7D-7E15-990E-C892BA1C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190F2-3EA2-A001-9BC9-D3C7647A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01DBF-5A58-F5A3-FF55-04F69723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2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0CEA6-DFAC-B4EC-DF8C-D5A2DC11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7E1EE-A04D-D2A5-EEBF-64ADD46F0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12D4B-7D3C-FBB8-B1D6-590C0063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6F3B-9105-8F16-6F73-F0AF4922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BFE79-0E60-6D10-92DE-4F405C0D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3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053F-60DD-03B9-D56B-4F604120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0206E-9956-12B5-CED6-7E46C966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5C37C-C6E5-1FF9-551C-0FAE1365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519AA-839E-2E1A-B173-4DCA7BBD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7B3C5-DB30-7BA0-2889-040217C6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0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F6E3-2DE8-0018-4887-0CD750C72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F68C-DBFA-4285-27CE-6EFED1AB9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04832-DFD4-B927-F1C8-F2B7BC4E9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E1846-A295-E08F-69E8-766A9FDB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328EA-B84F-8A77-67D7-08660E36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7257C-BD20-C3DB-3B1E-74C1AAC6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8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8E9E-6B89-943E-C50B-63E45C35F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1C744-2C7E-B958-2573-EE3E22A18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0BC5E-5904-D960-4BCE-D61AF0BBD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3937-430A-81C1-3C43-D6614500B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7F7F68-1439-2909-022A-589DA4A2A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DE23E-A86A-E0A9-6C43-863EB8FF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6077F-4E97-657B-C1E3-6E2333E33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2337D1-8D79-731E-FB00-87516C82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4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AA9F-68A3-CA16-E660-009E48FB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44CA8-1C82-2D83-497A-D78BB83D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30033-1FBE-3D66-43C7-7F394DB0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10A16-AFAC-BB0C-0F02-BD7AD8F9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EECE4-7854-6914-0C3F-AF70394D6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04A3C-E0CC-E500-9134-FE2E8F88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9731A-0969-E659-F651-65D04037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91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61B6-BB49-ADF1-8ABA-80BFE5E7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86767-A304-DEC9-72D0-0FECD90FC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3D8BB-8E7C-964A-B5DF-EE4631536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FF37-6AB1-048C-E928-EFDDEE38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784A9-FF91-F0CA-03DB-5BE28177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21D9B-448B-E7CE-6839-1F6578B3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BEFA6-2A5B-BA53-4829-22F76577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B9788-9EB4-A367-ABCE-DFFF9F170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E2C2B-4DC5-5740-C2C1-BF9C81C5B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DC86C-89AB-1A0C-CA72-903F24F5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1764C-3076-CB6C-3D65-8663259F7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A77C7-C65D-8379-2208-E20CB356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1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BBA8-2C53-AEC3-35C4-918BD12B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754E0-84A0-BEFC-F8A2-1F12563FA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D225-B7D3-B5F6-8101-9E9D4160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5E59E-5151-D202-A719-9AE063A2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0F305-E0F9-4A91-443E-02E30D0C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E5C04-4920-A01C-04DF-02D7E608D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3CAB2C-C65A-891E-64C2-F27F7C4B3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16A75-8240-EAFA-DB1F-F9DF1B7D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E603B-D5AA-F0CA-6989-5ED07570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E3A65-2872-3EC1-3CE0-4F3E1312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0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84A9E-42A8-79E2-F2DA-A5C2A384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988E0-8146-F086-8044-147316DD4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AEA85-3511-78AD-7E12-29B7D77A0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FC827-DC12-5B4B-818A-D03BC750E827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1DE41-3A98-3B7B-9708-29BADF0CB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9BE8-C6FF-BE42-7484-2F061F307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EED85-C2D3-304A-A487-92CBB722E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9F81-997C-B8DF-8A69-A5DCB86FBC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S3 - Reviews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00E36-D214-BEC2-35E4-3880A4E530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Apuntes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2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6D57-B04F-3BE9-A2CF-9D95D4BE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63E8-E21C-633B-887D-B7451CB0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Problema</a:t>
            </a:r>
            <a:r>
              <a:rPr lang="en-US" sz="1600" dirty="0"/>
              <a:t>: </a:t>
            </a:r>
          </a:p>
          <a:p>
            <a:r>
              <a:rPr lang="en-US" sz="1600" b="1" i="1" dirty="0"/>
              <a:t>La </a:t>
            </a:r>
            <a:r>
              <a:rPr lang="en-US" sz="1600" b="1" i="1" dirty="0" err="1"/>
              <a:t>falta</a:t>
            </a:r>
            <a:r>
              <a:rPr lang="en-US" sz="1600" b="1" i="1" dirty="0"/>
              <a:t> de </a:t>
            </a:r>
            <a:r>
              <a:rPr lang="en-US" sz="1600" b="1" i="1" dirty="0" err="1"/>
              <a:t>visibilidad</a:t>
            </a:r>
            <a:r>
              <a:rPr lang="en-US" sz="1600" b="1" i="1" dirty="0"/>
              <a:t> en la </a:t>
            </a:r>
            <a:r>
              <a:rPr lang="en-US" sz="1600" b="1" i="1" dirty="0" err="1"/>
              <a:t>cadena</a:t>
            </a:r>
            <a:r>
              <a:rPr lang="en-US" sz="1600" b="1" i="1" dirty="0"/>
              <a:t> de </a:t>
            </a:r>
            <a:r>
              <a:rPr lang="en-US" sz="1600" b="1" i="1" dirty="0" err="1"/>
              <a:t>suministro</a:t>
            </a:r>
            <a:r>
              <a:rPr lang="en-US" sz="1600" b="1" i="1" dirty="0"/>
              <a:t> de software y </a:t>
            </a:r>
            <a:r>
              <a:rPr lang="en-US" sz="1600" b="1" i="1" dirty="0" err="1"/>
              <a:t>los</a:t>
            </a:r>
            <a:r>
              <a:rPr lang="en-US" sz="1600" b="1" i="1" dirty="0"/>
              <a:t> </a:t>
            </a:r>
            <a:r>
              <a:rPr lang="en-US" sz="1600" b="1" i="1" dirty="0" err="1"/>
              <a:t>riesgos</a:t>
            </a:r>
            <a:r>
              <a:rPr lang="en-US" sz="1600" b="1" i="1" dirty="0"/>
              <a:t> </a:t>
            </a:r>
            <a:r>
              <a:rPr lang="en-US" sz="1600" b="1" i="1" dirty="0" err="1"/>
              <a:t>asociados</a:t>
            </a:r>
            <a:r>
              <a:rPr lang="en-US" sz="1600" b="1" i="1" dirty="0"/>
              <a:t> en </a:t>
            </a:r>
            <a:r>
              <a:rPr lang="en-US" sz="1600" b="1" i="1" dirty="0" err="1"/>
              <a:t>seguridad</a:t>
            </a:r>
            <a:r>
              <a:rPr lang="en-US" sz="1600" b="1" i="1" dirty="0"/>
              <a:t> y </a:t>
            </a:r>
            <a:r>
              <a:rPr lang="en-US" sz="1600" b="1" i="1" dirty="0" err="1"/>
              <a:t>licencias</a:t>
            </a:r>
            <a:r>
              <a:rPr lang="en-US" sz="1600" b="1" i="1" dirty="0"/>
              <a:t> </a:t>
            </a:r>
            <a:r>
              <a:rPr lang="en-US" sz="1600" b="1" i="1" dirty="0" err="1"/>
              <a:t>debido</a:t>
            </a:r>
            <a:r>
              <a:rPr lang="en-US" sz="1600" b="1" i="1" dirty="0"/>
              <a:t> a la </a:t>
            </a:r>
            <a:r>
              <a:rPr lang="en-US" sz="1600" b="1" i="1" dirty="0" err="1"/>
              <a:t>integración</a:t>
            </a:r>
            <a:r>
              <a:rPr lang="en-US" sz="1600" b="1" i="1" dirty="0"/>
              <a:t> de un gran </a:t>
            </a:r>
            <a:r>
              <a:rPr lang="en-US" sz="1600" b="1" i="1" dirty="0" err="1"/>
              <a:t>número</a:t>
            </a:r>
            <a:r>
              <a:rPr lang="en-US" sz="1600" b="1" i="1" dirty="0"/>
              <a:t> de </a:t>
            </a:r>
            <a:r>
              <a:rPr lang="en-US" sz="1600" b="1" i="1" dirty="0" err="1"/>
              <a:t>componentes</a:t>
            </a:r>
            <a:r>
              <a:rPr lang="en-US" sz="1600" b="1" i="1" dirty="0"/>
              <a:t> de software de </a:t>
            </a:r>
            <a:r>
              <a:rPr lang="en-US" sz="1600" b="1" i="1" dirty="0" err="1"/>
              <a:t>código</a:t>
            </a:r>
            <a:r>
              <a:rPr lang="en-US" sz="1600" b="1" i="1" dirty="0"/>
              <a:t> </a:t>
            </a:r>
            <a:r>
              <a:rPr lang="en-US" sz="1600" b="1" i="1" dirty="0" err="1"/>
              <a:t>abierto</a:t>
            </a:r>
            <a:r>
              <a:rPr lang="en-US" sz="1600" b="1" i="1" dirty="0"/>
              <a:t> y </a:t>
            </a:r>
            <a:r>
              <a:rPr lang="en-US" sz="1600" b="1" i="1" dirty="0" err="1"/>
              <a:t>propietario</a:t>
            </a:r>
            <a:r>
              <a:rPr lang="en-US" sz="1600" b="1" i="1" dirty="0"/>
              <a:t> en </a:t>
            </a:r>
            <a:r>
              <a:rPr lang="en-US" sz="1600" b="1" i="1" dirty="0" err="1"/>
              <a:t>los</a:t>
            </a:r>
            <a:r>
              <a:rPr lang="en-US" sz="1600" b="1" i="1" dirty="0"/>
              <a:t> </a:t>
            </a:r>
            <a:r>
              <a:rPr lang="en-US" sz="1600" b="1" i="1" dirty="0" err="1"/>
              <a:t>productos</a:t>
            </a:r>
            <a:r>
              <a:rPr lang="en-US" sz="1600" b="1" i="1" dirty="0"/>
              <a:t> de software </a:t>
            </a:r>
            <a:r>
              <a:rPr lang="en-US" sz="1600" b="1" i="1" dirty="0" err="1"/>
              <a:t>moderno</a:t>
            </a:r>
            <a:r>
              <a:rPr lang="en-US" sz="1600" b="1" i="1" dirty="0"/>
              <a:t>.</a:t>
            </a:r>
          </a:p>
          <a:p>
            <a:pPr marL="0" indent="0">
              <a:buNone/>
            </a:pPr>
            <a:r>
              <a:rPr lang="en-US" sz="1600" b="1" dirty="0"/>
              <a:t>Idea</a:t>
            </a:r>
            <a:r>
              <a:rPr lang="en-US" sz="1600" dirty="0"/>
              <a:t>: </a:t>
            </a:r>
          </a:p>
          <a:p>
            <a:r>
              <a:rPr lang="en-US" sz="1600" dirty="0"/>
              <a:t>“El </a:t>
            </a:r>
            <a:r>
              <a:rPr lang="en-US" sz="1600" b="1" dirty="0" err="1">
                <a:solidFill>
                  <a:srgbClr val="FF0000"/>
                </a:solidFill>
              </a:rPr>
              <a:t>articulo</a:t>
            </a:r>
            <a:r>
              <a:rPr lang="en-US" sz="1600" dirty="0"/>
              <a:t> </a:t>
            </a:r>
            <a:r>
              <a:rPr lang="en-US" sz="1600" dirty="0" err="1"/>
              <a:t>presenta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resultados</a:t>
            </a:r>
            <a:r>
              <a:rPr lang="en-US" sz="1600" dirty="0"/>
              <a:t> de un studio </a:t>
            </a:r>
            <a:r>
              <a:rPr lang="en-US" sz="1600" dirty="0" err="1"/>
              <a:t>exploratorio</a:t>
            </a:r>
            <a:r>
              <a:rPr lang="en-US" sz="1600" dirty="0"/>
              <a:t> de </a:t>
            </a:r>
            <a:r>
              <a:rPr lang="en-US" sz="1600" dirty="0" err="1"/>
              <a:t>minería</a:t>
            </a:r>
            <a:r>
              <a:rPr lang="en-US" sz="1600" dirty="0"/>
              <a:t> </a:t>
            </a:r>
            <a:r>
              <a:rPr lang="en-US" sz="1600" dirty="0" err="1"/>
              <a:t>sobre</a:t>
            </a:r>
            <a:r>
              <a:rPr lang="en-US" sz="1600" dirty="0"/>
              <a:t> </a:t>
            </a:r>
            <a:r>
              <a:rPr lang="en-US" sz="1600" dirty="0" err="1"/>
              <a:t>proyectos</a:t>
            </a:r>
            <a:r>
              <a:rPr lang="en-US" sz="1600" dirty="0"/>
              <a:t> de Código </a:t>
            </a:r>
            <a:r>
              <a:rPr lang="en-US" sz="1600" dirty="0" err="1"/>
              <a:t>abierto</a:t>
            </a:r>
            <a:r>
              <a:rPr lang="en-US" sz="1600" dirty="0"/>
              <a:t> </a:t>
            </a:r>
            <a:r>
              <a:rPr lang="en-US" sz="1600" dirty="0" err="1"/>
              <a:t>apuntando</a:t>
            </a:r>
            <a:r>
              <a:rPr lang="en-US" sz="1600" dirty="0"/>
              <a:t> a </a:t>
            </a:r>
            <a:r>
              <a:rPr lang="en-US" sz="1600" dirty="0" err="1"/>
              <a:t>entender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estado</a:t>
            </a:r>
            <a:r>
              <a:rPr lang="en-US" sz="1600" dirty="0"/>
              <a:t> actual de la </a:t>
            </a:r>
            <a:r>
              <a:rPr lang="en-US" sz="1600" dirty="0" err="1"/>
              <a:t>adopción</a:t>
            </a:r>
            <a:r>
              <a:rPr lang="en-US" sz="1600" dirty="0"/>
              <a:t> de SBOM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proyectos</a:t>
            </a:r>
            <a:r>
              <a:rPr lang="en-US" sz="1600" dirty="0"/>
              <a:t> de </a:t>
            </a:r>
            <a:r>
              <a:rPr lang="en-US" sz="1600" dirty="0" err="1"/>
              <a:t>código</a:t>
            </a:r>
            <a:r>
              <a:rPr lang="en-US" sz="1600" dirty="0"/>
              <a:t> </a:t>
            </a:r>
            <a:r>
              <a:rPr lang="en-US" sz="1600" dirty="0" err="1"/>
              <a:t>abierto</a:t>
            </a:r>
            <a:r>
              <a:rPr lang="en-US" sz="1600" dirty="0"/>
              <a:t> </a:t>
            </a:r>
            <a:r>
              <a:rPr lang="en-US" sz="1600" dirty="0" err="1"/>
              <a:t>alojado</a:t>
            </a:r>
            <a:r>
              <a:rPr lang="en-US" sz="1600" dirty="0"/>
              <a:t> en GitHub.”</a:t>
            </a:r>
          </a:p>
          <a:p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diferencia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de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estudios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previos</a:t>
            </a:r>
            <a:r>
              <a:rPr lang="en-GB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cualitativos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este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enfoque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es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totalmente</a:t>
            </a:r>
            <a:r>
              <a:rPr lang="en-GB" sz="16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automatizado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 </a:t>
            </a:r>
            <a:r>
              <a:rPr lang="en-GB" sz="16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cuantitativo</a:t>
            </a:r>
            <a:r>
              <a:rPr lang="en-GB" sz="16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Para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ello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identifican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repositorios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que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utilizan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herramientas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generación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de SBOM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desarrolladas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por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SPDX y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CycloneDX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encontrando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186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repositorios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públicos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que </a:t>
            </a:r>
            <a:r>
              <a:rPr lang="en-GB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adoptan</a:t>
            </a:r>
            <a:r>
              <a:rPr lang="en-GB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SBOM.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7299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3F92-FD67-9311-F34F-FB803AF2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B1DA6-0F68-A50E-B750-E4174641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708E5-735E-78F7-FA4B-7C5C79EA7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Puntos </a:t>
            </a:r>
            <a:r>
              <a:rPr lang="en-US" sz="1600" b="1" dirty="0" err="1"/>
              <a:t>positivos</a:t>
            </a:r>
            <a:r>
              <a:rPr lang="en-US" sz="1600" dirty="0"/>
              <a:t>: </a:t>
            </a:r>
          </a:p>
          <a:p>
            <a:r>
              <a:rPr lang="en-US" sz="1600" dirty="0" err="1"/>
              <a:t>Enfoque</a:t>
            </a:r>
            <a:r>
              <a:rPr lang="en-US" sz="1600" dirty="0"/>
              <a:t> </a:t>
            </a:r>
            <a:r>
              <a:rPr lang="en-US" sz="1600" dirty="0" err="1"/>
              <a:t>automatizado</a:t>
            </a:r>
            <a:r>
              <a:rPr lang="en-US" sz="1600" dirty="0"/>
              <a:t>: Uso de </a:t>
            </a:r>
            <a:r>
              <a:rPr lang="en-US" sz="1600" dirty="0" err="1"/>
              <a:t>herramientas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GitHub Dependency Graph y </a:t>
            </a:r>
            <a:r>
              <a:rPr lang="en-US" sz="1600" dirty="0" err="1"/>
              <a:t>PyDriller</a:t>
            </a:r>
            <a:r>
              <a:rPr lang="en-US" sz="1600" dirty="0"/>
              <a:t> para </a:t>
            </a:r>
            <a:r>
              <a:rPr lang="en-US" sz="1600" dirty="0" err="1"/>
              <a:t>obtener</a:t>
            </a:r>
            <a:r>
              <a:rPr lang="en-US" sz="1600" dirty="0"/>
              <a:t> </a:t>
            </a:r>
            <a:r>
              <a:rPr lang="en-US" sz="1600" dirty="0" err="1"/>
              <a:t>datos</a:t>
            </a:r>
            <a:r>
              <a:rPr lang="en-US" sz="1600" dirty="0"/>
              <a:t> </a:t>
            </a:r>
            <a:r>
              <a:rPr lang="en-US" sz="1600" dirty="0" err="1"/>
              <a:t>objetivos</a:t>
            </a:r>
            <a:r>
              <a:rPr lang="en-US" sz="1600" dirty="0"/>
              <a:t>.</a:t>
            </a:r>
          </a:p>
          <a:p>
            <a:r>
              <a:rPr lang="en-US" sz="1600" b="1" dirty="0"/>
              <a:t>La </a:t>
            </a:r>
            <a:r>
              <a:rPr lang="en-US" sz="1600" b="1" dirty="0" err="1"/>
              <a:t>investigación</a:t>
            </a:r>
            <a:r>
              <a:rPr lang="en-US" sz="1600" b="1" dirty="0"/>
              <a:t> </a:t>
            </a:r>
            <a:r>
              <a:rPr lang="en-US" sz="1600" b="1" dirty="0" err="1"/>
              <a:t>tiene</a:t>
            </a:r>
            <a:r>
              <a:rPr lang="en-US" sz="1600" b="1" dirty="0"/>
              <a:t> </a:t>
            </a:r>
            <a:r>
              <a:rPr lang="en-US" sz="1600" b="1" dirty="0" err="1"/>
              <a:t>aplicaciones</a:t>
            </a:r>
            <a:r>
              <a:rPr lang="en-US" sz="1600" b="1" dirty="0"/>
              <a:t> </a:t>
            </a:r>
            <a:r>
              <a:rPr lang="en-US" sz="1600" b="1" dirty="0" err="1"/>
              <a:t>inmediatas</a:t>
            </a:r>
            <a:r>
              <a:rPr lang="en-US" sz="1600" b="1" dirty="0"/>
              <a:t>, </a:t>
            </a:r>
            <a:r>
              <a:rPr lang="en-US" sz="1600" b="1" dirty="0" err="1"/>
              <a:t>ya</a:t>
            </a:r>
            <a:r>
              <a:rPr lang="en-US" sz="1600" b="1" dirty="0"/>
              <a:t> que </a:t>
            </a:r>
            <a:r>
              <a:rPr lang="en-US" sz="1600" b="1" dirty="0" err="1"/>
              <a:t>herramientas</a:t>
            </a:r>
            <a:r>
              <a:rPr lang="en-US" sz="1600" b="1" dirty="0"/>
              <a:t> de </a:t>
            </a:r>
            <a:r>
              <a:rPr lang="en-US" sz="1600" b="1" dirty="0" err="1"/>
              <a:t>seguridad</a:t>
            </a:r>
            <a:r>
              <a:rPr lang="en-US" sz="1600" b="1" dirty="0"/>
              <a:t> y </a:t>
            </a:r>
            <a:r>
              <a:rPr lang="en-US" sz="1600" b="1" dirty="0" err="1"/>
              <a:t>mantenimiento</a:t>
            </a:r>
            <a:r>
              <a:rPr lang="en-US" sz="1600" b="1" dirty="0"/>
              <a:t> </a:t>
            </a:r>
            <a:r>
              <a:rPr lang="en-US" sz="1600" b="1" dirty="0" err="1"/>
              <a:t>dependen</a:t>
            </a:r>
            <a:r>
              <a:rPr lang="en-US" sz="1600" b="1" dirty="0"/>
              <a:t> de </a:t>
            </a:r>
            <a:r>
              <a:rPr lang="en-US" sz="1600" b="1" dirty="0" err="1"/>
              <a:t>estos</a:t>
            </a:r>
            <a:r>
              <a:rPr lang="en-US" sz="1600" b="1" dirty="0"/>
              <a:t> </a:t>
            </a:r>
            <a:r>
              <a:rPr lang="en-US" sz="1600" b="1" dirty="0" err="1"/>
              <a:t>gráficos</a:t>
            </a:r>
            <a:r>
              <a:rPr lang="en-US" sz="1600" b="1" dirty="0"/>
              <a:t>. </a:t>
            </a:r>
            <a:r>
              <a:rPr lang="en-US" sz="1600" b="1" dirty="0" err="1"/>
              <a:t>Detectar</a:t>
            </a:r>
            <a:r>
              <a:rPr lang="en-US" sz="1600" b="1" dirty="0"/>
              <a:t> inexactitudes </a:t>
            </a:r>
            <a:r>
              <a:rPr lang="en-US" sz="1600" b="1" dirty="0" err="1"/>
              <a:t>ayuda</a:t>
            </a:r>
            <a:r>
              <a:rPr lang="en-US" sz="1600" b="1" dirty="0"/>
              <a:t> a </a:t>
            </a:r>
            <a:r>
              <a:rPr lang="en-US" sz="1600" b="1" dirty="0" err="1"/>
              <a:t>mejorarlas</a:t>
            </a:r>
            <a:r>
              <a:rPr lang="en-US" sz="1600" b="1" dirty="0"/>
              <a:t>.</a:t>
            </a:r>
          </a:p>
          <a:p>
            <a:r>
              <a:rPr lang="en-US" sz="1600" dirty="0"/>
              <a:t>El </a:t>
            </a:r>
            <a:r>
              <a:rPr lang="en-US" sz="1600" dirty="0" err="1"/>
              <a:t>estudio</a:t>
            </a:r>
            <a:r>
              <a:rPr lang="en-US" sz="1600" dirty="0"/>
              <a:t> se </a:t>
            </a:r>
            <a:r>
              <a:rPr lang="en-US" sz="1600" dirty="0" err="1"/>
              <a:t>basa</a:t>
            </a:r>
            <a:r>
              <a:rPr lang="en-US" sz="1600" dirty="0"/>
              <a:t> en 1000 </a:t>
            </a:r>
            <a:r>
              <a:rPr lang="en-US" sz="1600" dirty="0" err="1"/>
              <a:t>repositorios</a:t>
            </a:r>
            <a:r>
              <a:rPr lang="en-US" sz="1600" dirty="0"/>
              <a:t> </a:t>
            </a:r>
            <a:r>
              <a:rPr lang="en-US" sz="1600" dirty="0" err="1"/>
              <a:t>populares</a:t>
            </a:r>
            <a:r>
              <a:rPr lang="en-US" sz="1600" dirty="0"/>
              <a:t>, </a:t>
            </a:r>
            <a:r>
              <a:rPr lang="en-US" sz="1600" dirty="0" err="1"/>
              <a:t>otorgando</a:t>
            </a:r>
            <a:r>
              <a:rPr lang="en-US" sz="1600" dirty="0"/>
              <a:t> </a:t>
            </a:r>
            <a:r>
              <a:rPr lang="en-US" sz="1600" dirty="0" err="1"/>
              <a:t>credibilidad</a:t>
            </a:r>
            <a:r>
              <a:rPr lang="en-US" sz="1600" dirty="0"/>
              <a:t> a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hallazgos</a:t>
            </a:r>
            <a:r>
              <a:rPr lang="en-US" sz="1600" dirty="0"/>
              <a:t>.</a:t>
            </a:r>
          </a:p>
          <a:p>
            <a:r>
              <a:rPr lang="en-US" sz="1600" dirty="0"/>
              <a:t>La </a:t>
            </a:r>
            <a:r>
              <a:rPr lang="en-US" sz="1600" dirty="0" err="1"/>
              <a:t>realización</a:t>
            </a:r>
            <a:r>
              <a:rPr lang="en-US" sz="1600" dirty="0"/>
              <a:t> de un </a:t>
            </a:r>
            <a:r>
              <a:rPr lang="en-US" sz="1600" dirty="0" err="1"/>
              <a:t>análisis</a:t>
            </a:r>
            <a:r>
              <a:rPr lang="en-US" sz="1600" dirty="0"/>
              <a:t> </a:t>
            </a:r>
            <a:r>
              <a:rPr lang="en-US" sz="1600" dirty="0" err="1"/>
              <a:t>tripartito</a:t>
            </a:r>
            <a:r>
              <a:rPr lang="en-US" sz="1600" dirty="0"/>
              <a:t> backward, forward y manifest/lock</a:t>
            </a:r>
          </a:p>
          <a:p>
            <a:r>
              <a:rPr lang="en-US" sz="1600" dirty="0"/>
              <a:t>El </a:t>
            </a:r>
            <a:r>
              <a:rPr lang="en-US" sz="1600" dirty="0" err="1"/>
              <a:t>uso</a:t>
            </a:r>
            <a:r>
              <a:rPr lang="en-US" sz="1600" dirty="0"/>
              <a:t> de </a:t>
            </a:r>
            <a:r>
              <a:rPr lang="en-US" sz="1600" dirty="0" err="1"/>
              <a:t>datos</a:t>
            </a:r>
            <a:r>
              <a:rPr lang="en-US" sz="1600" dirty="0"/>
              <a:t> de </a:t>
            </a:r>
            <a:r>
              <a:rPr lang="en-US" sz="1600" dirty="0" err="1"/>
              <a:t>diversas</a:t>
            </a:r>
            <a:r>
              <a:rPr lang="en-US" sz="1600" dirty="0"/>
              <a:t> </a:t>
            </a:r>
            <a:r>
              <a:rPr lang="en-US" sz="1600" dirty="0" err="1"/>
              <a:t>fuentes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GitHub, </a:t>
            </a:r>
            <a:r>
              <a:rPr lang="en-US" sz="1600" dirty="0" err="1"/>
              <a:t>libraries.io</a:t>
            </a:r>
            <a:r>
              <a:rPr lang="en-US" sz="1600" dirty="0"/>
              <a:t> y </a:t>
            </a:r>
            <a:r>
              <a:rPr lang="en-US" sz="1600" dirty="0" err="1"/>
              <a:t>archivos</a:t>
            </a:r>
            <a:r>
              <a:rPr lang="en-US" sz="1600" dirty="0"/>
              <a:t> lock, </a:t>
            </a:r>
            <a:r>
              <a:rPr lang="en-US" sz="1600" dirty="0" err="1"/>
              <a:t>fortalecen</a:t>
            </a:r>
            <a:r>
              <a:rPr lang="en-US" sz="1600" dirty="0"/>
              <a:t> la </a:t>
            </a:r>
            <a:r>
              <a:rPr lang="en-US" sz="1600" dirty="0" err="1"/>
              <a:t>metodología</a:t>
            </a:r>
            <a:r>
              <a:rPr lang="en-US" sz="1600" dirty="0"/>
              <a:t> y reduce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sesgo</a:t>
            </a:r>
            <a:r>
              <a:rPr lang="en-US" sz="1600" dirty="0"/>
              <a:t> al </a:t>
            </a:r>
            <a:r>
              <a:rPr lang="en-US" sz="1600" dirty="0" err="1"/>
              <a:t>depender</a:t>
            </a:r>
            <a:r>
              <a:rPr lang="en-US" sz="1600" dirty="0"/>
              <a:t> de un solo </a:t>
            </a:r>
            <a:r>
              <a:rPr lang="en-US" sz="1600" dirty="0" err="1"/>
              <a:t>origen</a:t>
            </a:r>
            <a:r>
              <a:rPr lang="en-US" sz="1600" dirty="0"/>
              <a:t> de </a:t>
            </a:r>
            <a:r>
              <a:rPr lang="en-US" sz="1600" dirty="0" err="1"/>
              <a:t>datos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866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1949-39CF-509C-ECF2-726B15D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7B20-F679-D9B9-1A75-63B35EB4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0662-C946-C438-582E-C825C23D7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Puntos </a:t>
            </a:r>
            <a:r>
              <a:rPr lang="en-US" sz="1600" b="1" dirty="0" err="1"/>
              <a:t>negativos</a:t>
            </a:r>
            <a:r>
              <a:rPr lang="en-US" sz="1600" dirty="0"/>
              <a:t>: </a:t>
            </a:r>
          </a:p>
          <a:p>
            <a:r>
              <a:rPr lang="en-US" sz="1600" dirty="0"/>
              <a:t>El </a:t>
            </a:r>
            <a:r>
              <a:rPr lang="en-US" sz="1600" dirty="0" err="1"/>
              <a:t>articulo</a:t>
            </a:r>
            <a:r>
              <a:rPr lang="en-US" sz="1600" dirty="0"/>
              <a:t> no </a:t>
            </a:r>
            <a:r>
              <a:rPr lang="en-US" sz="1600" dirty="0" err="1"/>
              <a:t>menciona</a:t>
            </a:r>
            <a:r>
              <a:rPr lang="en-US" sz="1600" dirty="0"/>
              <a:t> </a:t>
            </a:r>
            <a:r>
              <a:rPr lang="en-US" sz="1600" dirty="0" err="1"/>
              <a:t>herramientas</a:t>
            </a:r>
            <a:r>
              <a:rPr lang="en-US" sz="1600" dirty="0"/>
              <a:t> o frameworks que se </a:t>
            </a:r>
            <a:r>
              <a:rPr lang="en-US" sz="1600" dirty="0" err="1"/>
              <a:t>puedan</a:t>
            </a:r>
            <a:r>
              <a:rPr lang="en-US" sz="1600" dirty="0"/>
              <a:t> </a:t>
            </a:r>
            <a:r>
              <a:rPr lang="en-US" sz="1600" dirty="0" err="1"/>
              <a:t>utilizar</a:t>
            </a:r>
            <a:r>
              <a:rPr lang="en-US" sz="1600" dirty="0"/>
              <a:t> para </a:t>
            </a:r>
            <a:r>
              <a:rPr lang="en-US" sz="1600" dirty="0" err="1"/>
              <a:t>mejorar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SBOMs.</a:t>
            </a:r>
          </a:p>
          <a:p>
            <a:r>
              <a:rPr lang="en-US" sz="1600" dirty="0"/>
              <a:t>EL paper se </a:t>
            </a:r>
            <a:r>
              <a:rPr lang="en-US" sz="1600" dirty="0" err="1"/>
              <a:t>limita</a:t>
            </a:r>
            <a:r>
              <a:rPr lang="en-US" sz="1600" dirty="0"/>
              <a:t> a </a:t>
            </a:r>
            <a:r>
              <a:rPr lang="en-US" sz="1600" dirty="0" err="1"/>
              <a:t>enfocarse</a:t>
            </a:r>
            <a:r>
              <a:rPr lang="en-US" sz="1600" dirty="0"/>
              <a:t> solo en dos </a:t>
            </a:r>
            <a:r>
              <a:rPr lang="en-US" sz="1600" dirty="0" err="1"/>
              <a:t>lenguajes</a:t>
            </a:r>
            <a:r>
              <a:rPr lang="en-US" sz="1600" dirty="0"/>
              <a:t> de </a:t>
            </a:r>
            <a:r>
              <a:rPr lang="en-US" sz="1600" dirty="0" err="1"/>
              <a:t>programación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son Python y JavaScript.</a:t>
            </a:r>
          </a:p>
          <a:p>
            <a:r>
              <a:rPr lang="en-US" sz="1600" dirty="0"/>
              <a:t>El </a:t>
            </a:r>
            <a:r>
              <a:rPr lang="en-US" sz="1600" dirty="0" err="1"/>
              <a:t>articulo</a:t>
            </a:r>
            <a:r>
              <a:rPr lang="en-US" sz="1600" dirty="0"/>
              <a:t> solo se </a:t>
            </a:r>
            <a:r>
              <a:rPr lang="en-US" sz="1600" dirty="0" err="1"/>
              <a:t>enfoca</a:t>
            </a:r>
            <a:r>
              <a:rPr lang="en-US" sz="1600" dirty="0"/>
              <a:t> en </a:t>
            </a:r>
            <a:r>
              <a:rPr lang="en-US" sz="1600" dirty="0" err="1"/>
              <a:t>repositorios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GitHub, </a:t>
            </a:r>
            <a:r>
              <a:rPr lang="en-US" sz="1600" dirty="0" err="1"/>
              <a:t>dejado</a:t>
            </a:r>
            <a:r>
              <a:rPr lang="en-US" sz="1600" dirty="0"/>
              <a:t> a fuera </a:t>
            </a:r>
            <a:r>
              <a:rPr lang="en-US" sz="1600" dirty="0" err="1"/>
              <a:t>otras</a:t>
            </a:r>
            <a:r>
              <a:rPr lang="en-US" sz="1600" dirty="0"/>
              <a:t> </a:t>
            </a:r>
            <a:r>
              <a:rPr lang="en-US" sz="1600" dirty="0" err="1"/>
              <a:t>plataformas</a:t>
            </a:r>
            <a:r>
              <a:rPr lang="en-US" sz="1600" dirty="0"/>
              <a:t> </a:t>
            </a:r>
            <a:r>
              <a:rPr lang="en-US" sz="1600" dirty="0" err="1"/>
              <a:t>masivas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GitLab, </a:t>
            </a:r>
            <a:r>
              <a:rPr lang="en-US" sz="1600" dirty="0" err="1"/>
              <a:t>reduciendo</a:t>
            </a:r>
            <a:r>
              <a:rPr lang="en-US" sz="1600" dirty="0"/>
              <a:t> la </a:t>
            </a:r>
            <a:r>
              <a:rPr lang="en-US" sz="1600" dirty="0" err="1"/>
              <a:t>generalidad</a:t>
            </a:r>
            <a:r>
              <a:rPr lang="en-US" sz="1600" dirty="0"/>
              <a:t> de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resultados</a:t>
            </a:r>
            <a:r>
              <a:rPr lang="en-US" sz="1600" dirty="0"/>
              <a:t>.</a:t>
            </a:r>
          </a:p>
          <a:p>
            <a:r>
              <a:rPr lang="en-US" sz="1600" b="1" dirty="0" err="1"/>
              <a:t>Dependencia</a:t>
            </a:r>
            <a:r>
              <a:rPr lang="en-US" sz="1600" b="1" dirty="0"/>
              <a:t> del web Scraping para </a:t>
            </a:r>
            <a:r>
              <a:rPr lang="en-US" sz="1600" b="1" dirty="0" err="1"/>
              <a:t>recuperar</a:t>
            </a:r>
            <a:r>
              <a:rPr lang="en-US" sz="1600" b="1" dirty="0"/>
              <a:t> la </a:t>
            </a:r>
            <a:r>
              <a:rPr lang="en-US" sz="1600" b="1" dirty="0" err="1"/>
              <a:t>información</a:t>
            </a:r>
            <a:r>
              <a:rPr lang="en-US" sz="1600" b="1" dirty="0"/>
              <a:t> del </a:t>
            </a:r>
            <a:r>
              <a:rPr lang="en-US" sz="1600" b="1" dirty="0" err="1"/>
              <a:t>grafico</a:t>
            </a:r>
            <a:r>
              <a:rPr lang="en-US" sz="1600" b="1" dirty="0"/>
              <a:t> de </a:t>
            </a:r>
            <a:r>
              <a:rPr lang="en-US" sz="1600" b="1" dirty="0" err="1"/>
              <a:t>dependencias</a:t>
            </a:r>
            <a:r>
              <a:rPr lang="en-US" sz="1600" b="1" dirty="0"/>
              <a:t> de </a:t>
            </a:r>
            <a:r>
              <a:rPr lang="en-US" sz="1600" b="1" dirty="0" err="1"/>
              <a:t>los</a:t>
            </a:r>
            <a:r>
              <a:rPr lang="en-US" sz="1600" b="1" dirty="0"/>
              <a:t> </a:t>
            </a:r>
            <a:r>
              <a:rPr lang="en-US" sz="1600" b="1" dirty="0" err="1"/>
              <a:t>proyectos</a:t>
            </a:r>
            <a:r>
              <a:rPr lang="en-US" sz="1600" b="1" dirty="0"/>
              <a:t>.</a:t>
            </a:r>
          </a:p>
          <a:p>
            <a:r>
              <a:rPr lang="en-US" sz="1600" dirty="0"/>
              <a:t>No </a:t>
            </a:r>
            <a:r>
              <a:rPr lang="en-US" sz="1600" dirty="0" err="1"/>
              <a:t>analiza</a:t>
            </a:r>
            <a:r>
              <a:rPr lang="en-US" sz="1600" dirty="0"/>
              <a:t> </a:t>
            </a:r>
            <a:r>
              <a:rPr lang="en-US" sz="1600" dirty="0" err="1"/>
              <a:t>impacto</a:t>
            </a:r>
            <a:r>
              <a:rPr lang="en-US" sz="1600" dirty="0"/>
              <a:t> </a:t>
            </a:r>
            <a:r>
              <a:rPr lang="en-US" sz="1600" dirty="0" err="1"/>
              <a:t>práctico</a:t>
            </a:r>
            <a:r>
              <a:rPr lang="en-US" sz="1600" dirty="0"/>
              <a:t>: No se </a:t>
            </a:r>
            <a:r>
              <a:rPr lang="en-US" sz="1600" dirty="0" err="1"/>
              <a:t>mide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SBOMs </a:t>
            </a:r>
            <a:r>
              <a:rPr lang="en-US" sz="1600" dirty="0" err="1"/>
              <a:t>realmente</a:t>
            </a:r>
            <a:r>
              <a:rPr lang="en-US" sz="1600" dirty="0"/>
              <a:t> </a:t>
            </a:r>
            <a:r>
              <a:rPr lang="en-US" sz="1600" dirty="0" err="1"/>
              <a:t>ayudan</a:t>
            </a:r>
            <a:r>
              <a:rPr lang="en-US" sz="1600" dirty="0"/>
              <a:t> </a:t>
            </a:r>
            <a:r>
              <a:rPr lang="en-US" sz="1600" dirty="0" err="1"/>
              <a:t>frente</a:t>
            </a:r>
            <a:r>
              <a:rPr lang="en-US" sz="1600" dirty="0"/>
              <a:t> a </a:t>
            </a:r>
            <a:r>
              <a:rPr lang="en-US" sz="1600" dirty="0" err="1"/>
              <a:t>vulnerabilidades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03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130F-2852-343A-0DC6-5A4CF9F3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2444-CDBA-686D-0A6A-56C88080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82E69-902E-EDDC-240A-AC0827BEE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Trabajo</a:t>
            </a:r>
            <a:r>
              <a:rPr lang="en-US" sz="1600" b="1" dirty="0"/>
              <a:t> Futuro</a:t>
            </a:r>
            <a:r>
              <a:rPr lang="en-US" sz="1600" dirty="0"/>
              <a:t>: </a:t>
            </a:r>
          </a:p>
          <a:p>
            <a:r>
              <a:rPr lang="en-US" sz="1600" dirty="0" err="1"/>
              <a:t>Investigar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proyectos</a:t>
            </a:r>
            <a:r>
              <a:rPr lang="en-US" sz="1600" dirty="0"/>
              <a:t> con SBOMs </a:t>
            </a:r>
            <a:r>
              <a:rPr lang="en-US" sz="1600" dirty="0" err="1"/>
              <a:t>responden</a:t>
            </a:r>
            <a:r>
              <a:rPr lang="en-US" sz="1600" dirty="0"/>
              <a:t> </a:t>
            </a:r>
            <a:r>
              <a:rPr lang="en-US" sz="1600" dirty="0" err="1"/>
              <a:t>más</a:t>
            </a:r>
            <a:r>
              <a:rPr lang="en-US" sz="1600" dirty="0"/>
              <a:t> </a:t>
            </a:r>
            <a:r>
              <a:rPr lang="en-US" sz="1600" dirty="0" err="1"/>
              <a:t>rápido</a:t>
            </a:r>
            <a:r>
              <a:rPr lang="en-US" sz="1600" dirty="0"/>
              <a:t> a </a:t>
            </a:r>
            <a:r>
              <a:rPr lang="en-US" sz="1600" dirty="0" err="1"/>
              <a:t>vulnerabilidades</a:t>
            </a:r>
            <a:r>
              <a:rPr lang="en-US" sz="1600" dirty="0"/>
              <a:t>. También, </a:t>
            </a:r>
            <a:r>
              <a:rPr lang="en-US" sz="1600" dirty="0" err="1"/>
              <a:t>crear</a:t>
            </a:r>
            <a:r>
              <a:rPr lang="en-US" sz="1600" dirty="0"/>
              <a:t> </a:t>
            </a:r>
            <a:r>
              <a:rPr lang="en-US" sz="1600" dirty="0" err="1"/>
              <a:t>herramientas</a:t>
            </a:r>
            <a:r>
              <a:rPr lang="en-US" sz="1600" dirty="0"/>
              <a:t> que </a:t>
            </a:r>
            <a:r>
              <a:rPr lang="en-US" sz="1600" dirty="0" err="1"/>
              <a:t>alerten</a:t>
            </a:r>
            <a:r>
              <a:rPr lang="en-US" sz="1600" dirty="0"/>
              <a:t> </a:t>
            </a:r>
            <a:r>
              <a:rPr lang="en-US" sz="1600" dirty="0" err="1"/>
              <a:t>sobre</a:t>
            </a:r>
            <a:r>
              <a:rPr lang="en-US" sz="1600" dirty="0"/>
              <a:t> SBOMs </a:t>
            </a:r>
            <a:r>
              <a:rPr lang="en-US" sz="1600" dirty="0" err="1"/>
              <a:t>desactualizados</a:t>
            </a:r>
            <a:r>
              <a:rPr lang="en-US" sz="1600" dirty="0"/>
              <a:t> o </a:t>
            </a:r>
            <a:r>
              <a:rPr lang="en-US" sz="1600" dirty="0" err="1"/>
              <a:t>ausentes</a:t>
            </a:r>
            <a:r>
              <a:rPr lang="en-US" sz="1600" dirty="0"/>
              <a:t>, </a:t>
            </a:r>
            <a:r>
              <a:rPr lang="en-US" sz="1600" dirty="0" err="1"/>
              <a:t>integradas</a:t>
            </a:r>
            <a:r>
              <a:rPr lang="en-US" sz="1600" dirty="0"/>
              <a:t> a CI/CD.</a:t>
            </a:r>
          </a:p>
          <a:p>
            <a:r>
              <a:rPr lang="en-US" sz="1600" dirty="0" err="1"/>
              <a:t>Desarrollar</a:t>
            </a:r>
            <a:r>
              <a:rPr lang="en-US" sz="1600" dirty="0"/>
              <a:t> </a:t>
            </a:r>
            <a:r>
              <a:rPr lang="en-US" sz="1600" dirty="0" err="1"/>
              <a:t>herramientas</a:t>
            </a:r>
            <a:r>
              <a:rPr lang="en-US" sz="1600" dirty="0"/>
              <a:t> que </a:t>
            </a:r>
            <a:r>
              <a:rPr lang="en-US" sz="1600" dirty="0" err="1"/>
              <a:t>generen</a:t>
            </a:r>
            <a:r>
              <a:rPr lang="en-US" sz="1600" dirty="0"/>
              <a:t> y </a:t>
            </a:r>
            <a:r>
              <a:rPr lang="en-US" sz="1600" dirty="0" err="1"/>
              <a:t>actualicen</a:t>
            </a:r>
            <a:r>
              <a:rPr lang="en-US" sz="1600" dirty="0"/>
              <a:t> </a:t>
            </a:r>
            <a:r>
              <a:rPr lang="en-US" sz="1600" dirty="0" err="1"/>
              <a:t>automáticamente</a:t>
            </a:r>
            <a:r>
              <a:rPr lang="en-US" sz="1600" dirty="0"/>
              <a:t> SBOMs en </a:t>
            </a:r>
            <a:r>
              <a:rPr lang="en-US" sz="1600" dirty="0" err="1"/>
              <a:t>tiempo</a:t>
            </a:r>
            <a:r>
              <a:rPr lang="en-US" sz="1600" dirty="0"/>
              <a:t> real, </a:t>
            </a:r>
            <a:r>
              <a:rPr lang="en-US" sz="1600" dirty="0" err="1"/>
              <a:t>incorporando</a:t>
            </a:r>
            <a:r>
              <a:rPr lang="en-US" sz="1600" dirty="0"/>
              <a:t> </a:t>
            </a:r>
            <a:r>
              <a:rPr lang="en-US" sz="1600" dirty="0" err="1"/>
              <a:t>métricas</a:t>
            </a:r>
            <a:r>
              <a:rPr lang="en-US" sz="1600" dirty="0"/>
              <a:t> de </a:t>
            </a:r>
            <a:r>
              <a:rPr lang="en-US" sz="1600" dirty="0" err="1"/>
              <a:t>actividad</a:t>
            </a:r>
            <a:r>
              <a:rPr lang="en-US" sz="1600" dirty="0"/>
              <a:t> (</a:t>
            </a:r>
            <a:r>
              <a:rPr lang="en-US" sz="1600" dirty="0" err="1"/>
              <a:t>como</a:t>
            </a:r>
            <a:r>
              <a:rPr lang="en-US" sz="1600" dirty="0"/>
              <a:t> </a:t>
            </a:r>
            <a:r>
              <a:rPr lang="en-US" sz="1600" dirty="0" err="1"/>
              <a:t>cambios</a:t>
            </a:r>
            <a:r>
              <a:rPr lang="en-US" sz="1600" dirty="0"/>
              <a:t> de </a:t>
            </a:r>
            <a:r>
              <a:rPr lang="en-US" sz="1600" dirty="0" err="1"/>
              <a:t>archivos</a:t>
            </a:r>
            <a:r>
              <a:rPr lang="en-US" sz="1600" dirty="0"/>
              <a:t> y </a:t>
            </a:r>
            <a:r>
              <a:rPr lang="en-US" sz="1600" dirty="0" err="1"/>
              <a:t>conexiones</a:t>
            </a:r>
            <a:r>
              <a:rPr lang="en-US" sz="1600" dirty="0"/>
              <a:t> de red) para </a:t>
            </a:r>
            <a:r>
              <a:rPr lang="en-US" sz="1600" dirty="0" err="1"/>
              <a:t>mejorar</a:t>
            </a:r>
            <a:r>
              <a:rPr lang="en-US" sz="1600" dirty="0"/>
              <a:t> la </a:t>
            </a:r>
            <a:r>
              <a:rPr lang="en-US" sz="1600" dirty="0" err="1"/>
              <a:t>detección</a:t>
            </a:r>
            <a:r>
              <a:rPr lang="en-US" sz="1600" dirty="0"/>
              <a:t> de </a:t>
            </a:r>
            <a:r>
              <a:rPr lang="en-US" sz="1600" dirty="0" err="1"/>
              <a:t>vulnerabilidades</a:t>
            </a:r>
            <a:endParaRPr lang="en-US" sz="1600" dirty="0"/>
          </a:p>
          <a:p>
            <a:r>
              <a:rPr lang="en-US" sz="1600" b="1" dirty="0" err="1"/>
              <a:t>Contribuir</a:t>
            </a:r>
            <a:r>
              <a:rPr lang="en-US" sz="1600" b="1" dirty="0"/>
              <a:t> a la </a:t>
            </a:r>
            <a:r>
              <a:rPr lang="en-US" sz="1600" b="1" dirty="0" err="1"/>
              <a:t>mejora</a:t>
            </a:r>
            <a:r>
              <a:rPr lang="en-US" sz="1600" b="1" dirty="0"/>
              <a:t> del </a:t>
            </a:r>
            <a:r>
              <a:rPr lang="en-US" sz="1600" b="1" dirty="0" err="1"/>
              <a:t>grafico</a:t>
            </a:r>
            <a:r>
              <a:rPr lang="en-US" sz="1600" b="1" dirty="0"/>
              <a:t> de </a:t>
            </a:r>
            <a:r>
              <a:rPr lang="en-US" sz="1600" b="1" dirty="0" err="1"/>
              <a:t>dependencias</a:t>
            </a:r>
            <a:r>
              <a:rPr lang="en-US" sz="1600" b="1" dirty="0"/>
              <a:t> de GitHub.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7016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DE84-7DF2-106A-5DE5-ED63B9D6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0110-BBFC-2BFC-1635-901A4228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CDDFE-7F54-B38A-075A-10CF60F4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Puntos de </a:t>
            </a:r>
            <a:r>
              <a:rPr lang="en-US" sz="1600" b="1" dirty="0" err="1"/>
              <a:t>Discusión</a:t>
            </a:r>
            <a:r>
              <a:rPr lang="en-US" sz="1600" dirty="0"/>
              <a:t>: </a:t>
            </a:r>
          </a:p>
          <a:p>
            <a:r>
              <a:rPr lang="en-US" sz="1600" dirty="0" err="1"/>
              <a:t>Discutir</a:t>
            </a:r>
            <a:r>
              <a:rPr lang="en-US" sz="1600" dirty="0"/>
              <a:t> las </a:t>
            </a:r>
            <a:r>
              <a:rPr lang="en-US" sz="1600" dirty="0" err="1"/>
              <a:t>principales</a:t>
            </a:r>
            <a:r>
              <a:rPr lang="en-US" sz="1600" dirty="0"/>
              <a:t> barreras que </a:t>
            </a:r>
            <a:r>
              <a:rPr lang="en-US" sz="1600" dirty="0" err="1"/>
              <a:t>enfrentan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desarrolladores</a:t>
            </a:r>
            <a:r>
              <a:rPr lang="en-US" sz="1600" dirty="0"/>
              <a:t> para </a:t>
            </a:r>
            <a:r>
              <a:rPr lang="en-US" sz="1600" dirty="0" err="1"/>
              <a:t>adoptar</a:t>
            </a:r>
            <a:r>
              <a:rPr lang="en-US" sz="1600" dirty="0"/>
              <a:t> SBOM, </a:t>
            </a:r>
            <a:r>
              <a:rPr lang="en-US" sz="1600" dirty="0" err="1"/>
              <a:t>como</a:t>
            </a:r>
            <a:r>
              <a:rPr lang="en-US" sz="1600" dirty="0"/>
              <a:t> la </a:t>
            </a:r>
            <a:r>
              <a:rPr lang="en-US" sz="1600" dirty="0" err="1"/>
              <a:t>falta</a:t>
            </a:r>
            <a:r>
              <a:rPr lang="en-US" sz="1600" dirty="0"/>
              <a:t> de </a:t>
            </a:r>
            <a:r>
              <a:rPr lang="en-US" sz="1600" dirty="0" err="1"/>
              <a:t>herramientas</a:t>
            </a:r>
            <a:r>
              <a:rPr lang="en-US" sz="1600" dirty="0"/>
              <a:t> </a:t>
            </a:r>
            <a:r>
              <a:rPr lang="en-US" sz="1600" dirty="0" err="1"/>
              <a:t>adecuadas</a:t>
            </a:r>
            <a:r>
              <a:rPr lang="en-US" sz="1600" dirty="0"/>
              <a:t> y la </a:t>
            </a:r>
            <a:r>
              <a:rPr lang="en-US" sz="1600" dirty="0" err="1"/>
              <a:t>complejidad</a:t>
            </a:r>
            <a:r>
              <a:rPr lang="en-US" sz="1600" dirty="0"/>
              <a:t> de </a:t>
            </a:r>
            <a:r>
              <a:rPr lang="en-US" sz="1600" dirty="0" err="1"/>
              <a:t>implementación</a:t>
            </a:r>
            <a:r>
              <a:rPr lang="en-US" sz="1600" dirty="0"/>
              <a:t>.</a:t>
            </a:r>
          </a:p>
          <a:p>
            <a:r>
              <a:rPr lang="en-US" sz="1600" dirty="0"/>
              <a:t>¿</a:t>
            </a:r>
            <a:r>
              <a:rPr lang="en-US" sz="1600" dirty="0" err="1"/>
              <a:t>Qué</a:t>
            </a:r>
            <a:r>
              <a:rPr lang="en-US" sz="1600" dirty="0"/>
              <a:t> </a:t>
            </a:r>
            <a:r>
              <a:rPr lang="en-US" sz="1600" dirty="0" err="1"/>
              <a:t>mejoras</a:t>
            </a:r>
            <a:r>
              <a:rPr lang="en-US" sz="1600" dirty="0"/>
              <a:t> </a:t>
            </a:r>
            <a:r>
              <a:rPr lang="en-US" sz="1600" dirty="0" err="1"/>
              <a:t>podrían</a:t>
            </a:r>
            <a:r>
              <a:rPr lang="en-US" sz="1600" dirty="0"/>
              <a:t> </a:t>
            </a:r>
            <a:r>
              <a:rPr lang="en-US" sz="1600" dirty="0" err="1"/>
              <a:t>implementar</a:t>
            </a:r>
            <a:r>
              <a:rPr lang="en-US" sz="1600" dirty="0"/>
              <a:t> GitHub u </a:t>
            </a:r>
            <a:r>
              <a:rPr lang="en-US" sz="1600" dirty="0" err="1"/>
              <a:t>otros</a:t>
            </a:r>
            <a:r>
              <a:rPr lang="en-US" sz="1600" dirty="0"/>
              <a:t> </a:t>
            </a:r>
            <a:r>
              <a:rPr lang="en-US" sz="1600" dirty="0" err="1"/>
              <a:t>actores</a:t>
            </a:r>
            <a:r>
              <a:rPr lang="en-US" sz="1600" dirty="0"/>
              <a:t> para </a:t>
            </a:r>
            <a:r>
              <a:rPr lang="en-US" sz="1600" dirty="0" err="1"/>
              <a:t>validar</a:t>
            </a:r>
            <a:r>
              <a:rPr lang="en-US" sz="1600" dirty="0"/>
              <a:t> la </a:t>
            </a:r>
            <a:r>
              <a:rPr lang="en-US" sz="1600" dirty="0" err="1"/>
              <a:t>precisión</a:t>
            </a:r>
            <a:r>
              <a:rPr lang="en-US" sz="1600" dirty="0"/>
              <a:t> del </a:t>
            </a:r>
            <a:r>
              <a:rPr lang="en-US" sz="1600" dirty="0" err="1"/>
              <a:t>grafo</a:t>
            </a:r>
            <a:r>
              <a:rPr lang="en-US" sz="1600" dirty="0"/>
              <a:t> </a:t>
            </a:r>
            <a:r>
              <a:rPr lang="en-US" sz="1600" dirty="0" err="1"/>
              <a:t>automáticamente</a:t>
            </a:r>
            <a:r>
              <a:rPr lang="en-US" sz="1600" dirty="0"/>
              <a:t>?</a:t>
            </a:r>
          </a:p>
          <a:p>
            <a:r>
              <a:rPr lang="en-US" sz="1600" dirty="0"/>
              <a:t>¿</a:t>
            </a:r>
            <a:r>
              <a:rPr lang="en-US" sz="1600" dirty="0" err="1"/>
              <a:t>Deberían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gobiernos</a:t>
            </a:r>
            <a:r>
              <a:rPr lang="en-US" sz="1600" dirty="0"/>
              <a:t> y </a:t>
            </a:r>
            <a:r>
              <a:rPr lang="en-US" sz="1600" dirty="0" err="1"/>
              <a:t>grandes</a:t>
            </a:r>
            <a:r>
              <a:rPr lang="en-US" sz="1600" dirty="0"/>
              <a:t> </a:t>
            </a:r>
            <a:r>
              <a:rPr lang="en-US" sz="1600" dirty="0" err="1"/>
              <a:t>compradores</a:t>
            </a:r>
            <a:r>
              <a:rPr lang="en-US" sz="1600" dirty="0"/>
              <a:t> </a:t>
            </a:r>
            <a:r>
              <a:rPr lang="en-US" sz="1600" dirty="0" err="1"/>
              <a:t>exigir</a:t>
            </a:r>
            <a:r>
              <a:rPr lang="en-US" sz="1600" dirty="0"/>
              <a:t> no solo SBOMs, </a:t>
            </a:r>
            <a:r>
              <a:rPr lang="en-US" sz="1600" dirty="0" err="1"/>
              <a:t>sino</a:t>
            </a:r>
            <a:r>
              <a:rPr lang="en-US" sz="1600" dirty="0"/>
              <a:t> también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consumo</a:t>
            </a:r>
            <a:r>
              <a:rPr lang="en-US" sz="1600" dirty="0"/>
              <a:t> y </a:t>
            </a:r>
            <a:r>
              <a:rPr lang="en-US" sz="1600" dirty="0" err="1"/>
              <a:t>validación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parte</a:t>
            </a:r>
            <a:r>
              <a:rPr lang="en-US" sz="1600" dirty="0"/>
              <a:t> de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clientes</a:t>
            </a:r>
            <a:r>
              <a:rPr lang="en-US" sz="1600" dirty="0"/>
              <a:t>?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840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479</Words>
  <Application>Microsoft Macintosh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S3 - Reviews</vt:lpstr>
      <vt:lpstr>Notas</vt:lpstr>
      <vt:lpstr>Notas</vt:lpstr>
      <vt:lpstr>Notas</vt:lpstr>
      <vt:lpstr>Notas</vt:lpstr>
      <vt:lpstr>Notas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5</cp:revision>
  <dcterms:created xsi:type="dcterms:W3CDTF">2025-04-08T18:44:41Z</dcterms:created>
  <dcterms:modified xsi:type="dcterms:W3CDTF">2025-04-09T00:59:29Z</dcterms:modified>
</cp:coreProperties>
</file>